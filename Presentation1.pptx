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B623-93F7-E74D-CA62-D664A3E4D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33C38-3751-35FE-437D-987AD2796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07704-DB6E-D089-999C-11DE6F17F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78DC5-7A65-2B03-89D7-9479AF6A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BF7A4-6497-0995-3C13-2D6161C0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33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10B9-B727-E5C3-CA07-F261EF8A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BD869-5187-0848-293E-BC54E4F22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38C7F-544A-3AB6-7BAE-872146E2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E180-183E-88B6-54C1-C114A7DA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F395A-856C-E2E7-A6C4-D49A4778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214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EDB8D-73B6-84DE-BDDF-43AA150A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E0ED6-F558-4516-5D22-E07720A6E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B0C17-9CB1-3432-C9CB-F4788B22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F72C9-FD18-322C-6375-AB8717688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D6FD5-302B-B965-A6AC-5DE30877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31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D260-3621-8A41-550A-6C4B5BFB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AA650-6429-3EFF-5A40-3857CE63E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80F79-79B9-E90C-8BAF-8B67020DF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B4528-EAC7-7AFB-C452-E4006FAE2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83457-567D-4899-B16A-DC1F95F1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CA9A4-165D-23B1-6BE0-DFADC591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191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A76F-1AE1-72BA-6E4D-9DD34134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7CB88-269C-D26E-8275-F9C2A1467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1C019-473E-88E4-0F9B-40F367DE7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2AD0D8-27D0-025C-8458-AF7AEB477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A4125-9187-B913-0240-67F5317AD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C222DF-5785-CCB7-CF45-095694FC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64C0F-8583-BA80-3F4F-4F27967A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30FBF7-E17D-15C4-B6A3-C36708FC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53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9D934-0F7B-AFFB-693A-75DFB91C9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23FF0-0D96-81A4-68B8-5AE9A136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87295-F5C3-B528-B5DB-20F43E6DE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38794-EDE9-C2C9-BBE5-DA6AAEFE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63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E6F1DA-1FF8-13B0-560F-4A6BAC9A9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8E079-CAE2-A5B0-97F2-E938DD6D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67753-E8D8-438C-46C5-B936892E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855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3FF0-5525-99D3-C658-038B21646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66E48-BADB-459B-9A4B-43C92E950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00E9F-AE6F-00D7-E0A2-69F5061C5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80EA2-9F93-CA58-3502-A42961DB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2F902-BE5D-E5CC-E9A0-6212D6CA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32E8C-A45C-086C-2A93-57E3E36E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00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8E40-AD42-174C-029D-2E0032C6F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D250D-3CBF-A656-60B3-7ADE6267B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733E8-EC43-CFCD-74BB-91C5108E6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11AFA-6903-AF95-C077-34CE89EE9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537A9-5E15-F068-46D4-5B9C1168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39A49-3050-F832-9772-5B705F3C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252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6998-DD6A-31BE-E2A3-950A283C4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193F2-0EEE-93F4-08EF-053A439FA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52C13-5A9F-FD8A-6B5E-B3897BD3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E6818-4444-3DF7-E391-DD7B392C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1F246-576D-D390-AAE8-93656E7F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70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BD066-1B52-6530-993A-27D2956DA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5745E-49BF-F943-187C-1B5799C9F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3FFB3-E5FE-4BA2-405C-F3CB4F02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B452D-6BDD-F460-948D-624842F5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01D13-E255-2D73-7BA1-C5AEAEF8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963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D9389A-35CA-EC84-6335-D13A5809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77309-BC9B-7CA3-CA2A-0D9B49EC1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0A52F-36A4-E96B-7B6C-F85D11DDA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CC3FA-0810-4359-AEE0-CBE81EC93C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AC454-E6AA-58DD-DE16-A93311192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111AB-6F61-055C-A4A5-AC45D32F7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D0DC1-C74D-47A3-9A08-22DF957CF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05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7D4DD15-2FC5-0B13-5180-9694CD526CEE}"/>
              </a:ext>
            </a:extLst>
          </p:cNvPr>
          <p:cNvSpPr/>
          <p:nvPr/>
        </p:nvSpPr>
        <p:spPr>
          <a:xfrm>
            <a:off x="2791436" y="0"/>
            <a:ext cx="2982758" cy="685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58DF4-B5E7-3115-CFCB-CBD966DBB2CB}"/>
              </a:ext>
            </a:extLst>
          </p:cNvPr>
          <p:cNvSpPr txBox="1"/>
          <p:nvPr/>
        </p:nvSpPr>
        <p:spPr>
          <a:xfrm>
            <a:off x="1150373" y="1739918"/>
            <a:ext cx="1406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accent3"/>
                </a:solidFill>
              </a:rPr>
              <a:t>Overall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EC145-F56B-4396-8A93-09D752B7768A}"/>
              </a:ext>
            </a:extLst>
          </p:cNvPr>
          <p:cNvSpPr txBox="1"/>
          <p:nvPr/>
        </p:nvSpPr>
        <p:spPr>
          <a:xfrm>
            <a:off x="1032752" y="2679007"/>
            <a:ext cx="1632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3"/>
                </a:solidFill>
              </a:rPr>
              <a:t>Vehicle </a:t>
            </a:r>
            <a:r>
              <a:rPr lang="en-IN" sz="2000" dirty="0">
                <a:solidFill>
                  <a:schemeClr val="accent3"/>
                </a:solidFill>
              </a:rPr>
              <a:t>Type</a:t>
            </a:r>
            <a:endParaRPr lang="en-IN" dirty="0">
              <a:solidFill>
                <a:schemeClr val="accent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65CB2-9043-82E6-8F6B-E066B3FDE148}"/>
              </a:ext>
            </a:extLst>
          </p:cNvPr>
          <p:cNvSpPr txBox="1"/>
          <p:nvPr/>
        </p:nvSpPr>
        <p:spPr>
          <a:xfrm>
            <a:off x="993058" y="3740851"/>
            <a:ext cx="1563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accent3"/>
                </a:solidFill>
              </a:rPr>
              <a:t>Revenue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77C2A6-82E8-8946-8CEA-7E6E0BED00BB}"/>
              </a:ext>
            </a:extLst>
          </p:cNvPr>
          <p:cNvSpPr txBox="1"/>
          <p:nvPr/>
        </p:nvSpPr>
        <p:spPr>
          <a:xfrm>
            <a:off x="652514" y="4833063"/>
            <a:ext cx="2330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accent3"/>
                </a:solidFill>
              </a:rPr>
              <a:t>Cancellation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76E977-9C8A-7D4A-4BD9-5171A2B859BD}"/>
              </a:ext>
            </a:extLst>
          </p:cNvPr>
          <p:cNvSpPr txBox="1"/>
          <p:nvPr/>
        </p:nvSpPr>
        <p:spPr>
          <a:xfrm>
            <a:off x="1081550" y="5924100"/>
            <a:ext cx="1406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accent3"/>
                </a:solidFill>
              </a:rPr>
              <a:t>Ratings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3D9D16F-1C2C-1722-1979-B7B117C30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67" y="1559008"/>
            <a:ext cx="586127" cy="5861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1939D9-82E0-9B6A-BD7D-768B49B05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90" y="2643749"/>
            <a:ext cx="632064" cy="6320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043435D-B5A6-9504-76B1-6AB2A5187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94" y="3609485"/>
            <a:ext cx="632064" cy="6320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5B3920-EB8D-23EC-F511-158E51690D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09" y="4664054"/>
            <a:ext cx="600110" cy="60011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7F738A-39B1-2229-708E-32EB3BB335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99" y="5808712"/>
            <a:ext cx="600109" cy="6001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B1E3799-3D0E-15B4-3034-CFB16DDF8B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" y="0"/>
            <a:ext cx="2553565" cy="143704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5E15D7E-2394-F06C-399B-4E2C4C229298}"/>
              </a:ext>
            </a:extLst>
          </p:cNvPr>
          <p:cNvSpPr/>
          <p:nvPr/>
        </p:nvSpPr>
        <p:spPr>
          <a:xfrm>
            <a:off x="0" y="0"/>
            <a:ext cx="3244645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22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6956-DBFB-E978-2364-55F00052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0234D-BC9B-2B4A-CA81-F6D15904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82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7DD6-A817-0414-A083-AE5BAD98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B4BC6-E99D-E7E8-D45F-3FC578305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2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14FBC-1648-7BE6-00E6-6DD83471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6A994-0A59-9F08-3A02-1CFFD74B2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45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1FA95-C278-9818-FD11-E938501D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8371-9628-6A04-CEFF-AC749AAA6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307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anirudh Sahu</dc:creator>
  <cp:lastModifiedBy>anirudh Sahu</cp:lastModifiedBy>
  <cp:revision>1</cp:revision>
  <dcterms:created xsi:type="dcterms:W3CDTF">2026-04-16T12:16:52Z</dcterms:created>
  <dcterms:modified xsi:type="dcterms:W3CDTF">2026-04-16T12:51:23Z</dcterms:modified>
</cp:coreProperties>
</file>